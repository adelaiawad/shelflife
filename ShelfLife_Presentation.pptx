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63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10972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ShelfLife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2514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600" kern="0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DIGITAL ARCHIVIST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200400" y="3108960"/>
            <a:ext cx="2743200" cy="0"/>
          </a:xfrm>
          <a:prstGeom prst="line">
            <a:avLst/>
          </a:prstGeom>
          <a:noFill/>
          <a:ln w="12700">
            <a:solidFill>
              <a:srgbClr val="B8963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3383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Book Tracking Web Application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4114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APAN 5490 — Term Project Proposal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4480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Adel  |  Krystal  |  Carolyn  |  Shirley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6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&amp; Our Solution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657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3657600" cy="54864"/>
          </a:xfrm>
          <a:prstGeom prst="rect">
            <a:avLst/>
          </a:prstGeom>
          <a:solidFill>
            <a:srgbClr val="8B3A3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4A5A"/>
                </a:solidFill>
              </a:rPr>
              <a:t>Readers struggle to track their reading habits across platforms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4A5A"/>
                </a:solidFill>
              </a:rPr>
              <a:t>No centralized tool to rate, review, and visualize progress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4A5A"/>
                </a:solidFill>
              </a:rPr>
              <a:t>Existing apps lack personalized insights and goal tracking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4A5A"/>
                </a:solidFill>
              </a:rPr>
              <a:t>Discovering new books is disconnected from tracking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3657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188720"/>
            <a:ext cx="3657600" cy="54864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212080" y="192024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4A5A"/>
                </a:solidFill>
              </a:rPr>
              <a:t>ShelfLife — a centralized reading companion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4A5A"/>
                </a:solidFill>
              </a:rPr>
              <a:t>Track books across Currently Reading, Want to Read, Completed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4A5A"/>
                </a:solidFill>
              </a:rPr>
              <a:t>Interactive dashboard with charts and reading insights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4A5A"/>
                </a:solidFill>
              </a:rPr>
              <a:t>Search millions of books via Google Books API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4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6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2560320" cy="1554480"/>
          </a:xfrm>
          <a:prstGeom prst="rect">
            <a:avLst/>
          </a:prstGeom>
          <a:solidFill>
            <a:srgbClr val="2E6B4F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188720"/>
            <a:ext cx="2560320" cy="36576"/>
          </a:xfrm>
          <a:prstGeom prst="rect">
            <a:avLst/>
          </a:prstGeom>
          <a:solidFill>
            <a:srgbClr val="2E6B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1732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Tracking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057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into 3 shelves: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Reading, Want to Read, Completed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429000" y="1188720"/>
            <a:ext cx="2560320" cy="1554480"/>
          </a:xfrm>
          <a:prstGeom prst="rect">
            <a:avLst/>
          </a:prstGeom>
          <a:solidFill>
            <a:srgbClr val="B8963C">
              <a:alpha val="15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3429000" y="1188720"/>
            <a:ext cx="2560320" cy="36576"/>
          </a:xfrm>
          <a:prstGeom prst="rect">
            <a:avLst/>
          </a:prstGeom>
          <a:solidFill>
            <a:srgbClr val="B8963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41732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&amp; Review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611880" y="2057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5-star ratings with written reviews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reading progress tracking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17920" y="1188720"/>
            <a:ext cx="2560320" cy="1554480"/>
          </a:xfrm>
          <a:prstGeom prst="rect">
            <a:avLst/>
          </a:prstGeom>
          <a:solidFill>
            <a:srgbClr val="2D4466">
              <a:alpha val="15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6217920" y="1188720"/>
            <a:ext cx="2560320" cy="36576"/>
          </a:xfrm>
          <a:prstGeom prst="rect">
            <a:avLst/>
          </a:prstGeom>
          <a:solidFill>
            <a:srgbClr val="2D446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1732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Dashboard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400800" y="2057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timeline, genre breakdown,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cards, and trend indicators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40080" y="3017520"/>
            <a:ext cx="2560320" cy="1554480"/>
          </a:xfrm>
          <a:prstGeom prst="rect">
            <a:avLst/>
          </a:prstGeom>
          <a:solidFill>
            <a:srgbClr val="6B4C6E">
              <a:alpha val="15000"/>
            </a:srgbClr>
          </a:solidFill>
          <a:ln/>
        </p:spPr>
      </p:sp>
      <p:sp>
        <p:nvSpPr>
          <p:cNvPr id="20" name="Shape 15"/>
          <p:cNvSpPr/>
          <p:nvPr/>
        </p:nvSpPr>
        <p:spPr>
          <a:xfrm>
            <a:off x="640080" y="3017520"/>
            <a:ext cx="2560320" cy="36576"/>
          </a:xfrm>
          <a:prstGeom prst="rect">
            <a:avLst/>
          </a:prstGeom>
          <a:solidFill>
            <a:srgbClr val="6B4C6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246120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Search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22960" y="3886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Books API integration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genre filtering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429000" y="3017520"/>
            <a:ext cx="2560320" cy="1554480"/>
          </a:xfrm>
          <a:prstGeom prst="rect">
            <a:avLst/>
          </a:prstGeom>
          <a:solidFill>
            <a:srgbClr val="8B5E3C">
              <a:alpha val="15000"/>
            </a:srgbClr>
          </a:solidFill>
          <a:ln/>
        </p:spPr>
      </p:sp>
      <p:sp>
        <p:nvSpPr>
          <p:cNvPr id="25" name="Shape 19"/>
          <p:cNvSpPr/>
          <p:nvPr/>
        </p:nvSpPr>
        <p:spPr>
          <a:xfrm>
            <a:off x="3429000" y="3017520"/>
            <a:ext cx="2560320" cy="36576"/>
          </a:xfrm>
          <a:prstGeom prst="rect">
            <a:avLst/>
          </a:prstGeom>
          <a:solidFill>
            <a:srgbClr val="8B5E3C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3246120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611880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611880" y="3886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with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password hashing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217920" y="3017520"/>
            <a:ext cx="2560320" cy="1554480"/>
          </a:xfrm>
          <a:prstGeom prst="rect">
            <a:avLst/>
          </a:prstGeom>
          <a:solidFill>
            <a:srgbClr val="8B3A3A">
              <a:alpha val="15000"/>
            </a:srgbClr>
          </a:solidFill>
          <a:ln/>
        </p:spPr>
      </p:sp>
      <p:sp>
        <p:nvSpPr>
          <p:cNvPr id="30" name="Shape 23"/>
          <p:cNvSpPr/>
          <p:nvPr/>
        </p:nvSpPr>
        <p:spPr>
          <a:xfrm>
            <a:off x="6217920" y="3017520"/>
            <a:ext cx="2560320" cy="36576"/>
          </a:xfrm>
          <a:prstGeom prst="rect">
            <a:avLst/>
          </a:prstGeom>
          <a:solidFill>
            <a:srgbClr val="8B3A3A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246120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400800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Recommendations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400800" y="3886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Genre-based suggestions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adapt to your reading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6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Personas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6576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3657600" cy="54864"/>
          </a:xfrm>
          <a:prstGeom prst="rect">
            <a:avLst/>
          </a:prstGeom>
          <a:solidFill>
            <a:srgbClr val="6B4C6E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417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4C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Maya, 24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7373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Student &amp; Avid Reader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10312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4A5A"/>
                </a:solidFill>
              </a:rPr>
              <a:t>Goal: Track 50+ books per year across genres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4A5A"/>
                </a:solidFill>
              </a:rPr>
              <a:t>Needs: Visual progress, genre analytics, reviews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4A5A"/>
                </a:solidFill>
              </a:rPr>
              <a:t>Pain: Uses spreadsheets that lack visualization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i="1" dirty="0">
                <a:solidFill>
                  <a:srgbClr val="6B4C6E"/>
                </a:solidFill>
              </a:rPr>
              <a:t>"I want to see my reading journey at a glance"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36576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188720"/>
            <a:ext cx="3657600" cy="54864"/>
          </a:xfrm>
          <a:prstGeom prst="rect">
            <a:avLst/>
          </a:prstGeom>
          <a:solidFill>
            <a:srgbClr val="2D4466"/>
          </a:solidFill>
          <a:ln/>
        </p:spPr>
      </p:sp>
      <p:sp>
        <p:nvSpPr>
          <p:cNvPr id="11" name="Text 9"/>
          <p:cNvSpPr/>
          <p:nvPr/>
        </p:nvSpPr>
        <p:spPr>
          <a:xfrm>
            <a:off x="5212080" y="1417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44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Daniel, 35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12080" y="17373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Professional &amp; Weekend Reader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12080" y="210312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4A5A"/>
                </a:solidFill>
              </a:rPr>
              <a:t>Goal: Build a consistent reading habit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4A5A"/>
                </a:solidFill>
              </a:rPr>
              <a:t>Needs: Simple tracking, reading streaks, goals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4A5A"/>
                </a:solidFill>
              </a:rPr>
              <a:t>Pain: Forgets what he's read and rated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i="1" dirty="0">
                <a:solidFill>
                  <a:srgbClr val="2D4466"/>
                </a:solidFill>
              </a:rPr>
              <a:t>"I need something that makes me want to read more"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6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554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1554480" cy="45720"/>
          </a:xfrm>
          <a:prstGeom prst="rect">
            <a:avLst/>
          </a:prstGeom>
          <a:solidFill>
            <a:srgbClr val="2D4466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1645920"/>
            <a:ext cx="548640" cy="548640"/>
          </a:xfrm>
          <a:prstGeom prst="ellipse">
            <a:avLst/>
          </a:prstGeom>
          <a:solidFill>
            <a:srgbClr val="2D446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176479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2697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+ React Router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965960" y="2286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194560" y="1371600"/>
            <a:ext cx="1554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194560" y="1371600"/>
            <a:ext cx="1554480" cy="45720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13" name="Shape 10"/>
          <p:cNvSpPr/>
          <p:nvPr/>
        </p:nvSpPr>
        <p:spPr>
          <a:xfrm>
            <a:off x="2697480" y="1645920"/>
            <a:ext cx="548640" cy="548640"/>
          </a:xfrm>
          <a:prstGeom prst="ellipse">
            <a:avLst/>
          </a:prstGeom>
          <a:solidFill>
            <a:srgbClr val="2E6B4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1764792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286000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Server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286000" y="2697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APIs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3703320" y="2286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3931920" y="1371600"/>
            <a:ext cx="1554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931920" y="1371600"/>
            <a:ext cx="1554480" cy="45720"/>
          </a:xfrm>
          <a:prstGeom prst="rect">
            <a:avLst/>
          </a:prstGeom>
          <a:solidFill>
            <a:srgbClr val="8B5E3C"/>
          </a:solidFill>
          <a:ln/>
        </p:spPr>
      </p:sp>
      <p:sp>
        <p:nvSpPr>
          <p:cNvPr id="20" name="Shape 16"/>
          <p:cNvSpPr/>
          <p:nvPr/>
        </p:nvSpPr>
        <p:spPr>
          <a:xfrm>
            <a:off x="4434840" y="1645920"/>
            <a:ext cx="548640" cy="548640"/>
          </a:xfrm>
          <a:prstGeom prst="ellipse">
            <a:avLst/>
          </a:prstGeom>
          <a:solidFill>
            <a:srgbClr val="8B5E3C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712" y="1764792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023360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023360" y="2697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ODM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fallback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5440680" y="2286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5669280" y="1371600"/>
            <a:ext cx="1554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5669280" y="1371600"/>
            <a:ext cx="1554480" cy="45720"/>
          </a:xfrm>
          <a:prstGeom prst="rect">
            <a:avLst/>
          </a:prstGeom>
          <a:solidFill>
            <a:srgbClr val="6B4C6E"/>
          </a:solidFill>
          <a:ln/>
        </p:spPr>
      </p:sp>
      <p:sp>
        <p:nvSpPr>
          <p:cNvPr id="27" name="Shape 22"/>
          <p:cNvSpPr/>
          <p:nvPr/>
        </p:nvSpPr>
        <p:spPr>
          <a:xfrm>
            <a:off x="6172200" y="1645920"/>
            <a:ext cx="548640" cy="548640"/>
          </a:xfrm>
          <a:prstGeom prst="ellipse">
            <a:avLst/>
          </a:prstGeom>
          <a:solidFill>
            <a:srgbClr val="6B4C6E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1764792"/>
            <a:ext cx="310896" cy="31089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760720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Books API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5760720" y="2697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search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metadata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7178040" y="2286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26"/>
          <p:cNvSpPr/>
          <p:nvPr/>
        </p:nvSpPr>
        <p:spPr>
          <a:xfrm>
            <a:off x="7406640" y="1371600"/>
            <a:ext cx="1554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7406640" y="1371600"/>
            <a:ext cx="1554480" cy="45720"/>
          </a:xfrm>
          <a:prstGeom prst="rect">
            <a:avLst/>
          </a:prstGeom>
          <a:solidFill>
            <a:srgbClr val="8B3A3A"/>
          </a:solidFill>
          <a:ln/>
        </p:spPr>
      </p:sp>
      <p:sp>
        <p:nvSpPr>
          <p:cNvPr id="34" name="Shape 28"/>
          <p:cNvSpPr/>
          <p:nvPr/>
        </p:nvSpPr>
        <p:spPr>
          <a:xfrm>
            <a:off x="7909560" y="1645920"/>
            <a:ext cx="548640" cy="548640"/>
          </a:xfrm>
          <a:prstGeom prst="ellipse">
            <a:avLst/>
          </a:prstGeom>
          <a:solidFill>
            <a:srgbClr val="8B3A3A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8432" y="1764792"/>
            <a:ext cx="310896" cy="310896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498080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7498080" y="2697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hashing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tokens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MongoDB was chosen for its flexible document schema — ideal for nested book data (authors, categories, reviews). Supports cloud deployment via MongoDB Atlas.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4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6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Live Search Works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debounced search proxied through our Express server to Google Books API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0" y="1508760"/>
            <a:ext cx="411480" cy="411480"/>
          </a:xfrm>
          <a:prstGeom prst="ellipse">
            <a:avLst/>
          </a:prstGeom>
          <a:solidFill>
            <a:srgbClr val="B8963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1508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0" y="1508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triggers 400ms debounce timer to prevent API spam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115568" y="1920240"/>
            <a:ext cx="0" cy="246888"/>
          </a:xfrm>
          <a:prstGeom prst="line">
            <a:avLst/>
          </a:prstGeom>
          <a:noFill/>
          <a:ln w="12700">
            <a:solidFill>
              <a:srgbClr val="B896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167128"/>
            <a:ext cx="411480" cy="411480"/>
          </a:xfrm>
          <a:prstGeom prst="ellipse">
            <a:avLst/>
          </a:prstGeom>
          <a:solidFill>
            <a:srgbClr val="B8963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167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21671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Request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216712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sends GET to /api/books/search?q=term&amp;category=genre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115568" y="2578608"/>
            <a:ext cx="0" cy="246888"/>
          </a:xfrm>
          <a:prstGeom prst="line">
            <a:avLst/>
          </a:prstGeom>
          <a:noFill/>
          <a:ln w="12700">
            <a:solidFill>
              <a:srgbClr val="B896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2825496"/>
            <a:ext cx="411480" cy="411480"/>
          </a:xfrm>
          <a:prstGeom prst="ellipse">
            <a:avLst/>
          </a:prstGeom>
          <a:solidFill>
            <a:srgbClr val="B8963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8254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54480" y="282549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Proxy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0" y="282549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forwards to Google Books API, cleans response data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115568" y="3236976"/>
            <a:ext cx="0" cy="246888"/>
          </a:xfrm>
          <a:prstGeom prst="line">
            <a:avLst/>
          </a:prstGeom>
          <a:noFill/>
          <a:ln w="12700">
            <a:solidFill>
              <a:srgbClr val="B896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3483864"/>
            <a:ext cx="411480" cy="411480"/>
          </a:xfrm>
          <a:prstGeom prst="ellipse">
            <a:avLst/>
          </a:prstGeom>
          <a:solidFill>
            <a:srgbClr val="B8963C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4838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54480" y="348386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Render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74720" y="348386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displayed with staggered animation, Add to Shelf actions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115568" y="3895344"/>
            <a:ext cx="0" cy="246888"/>
          </a:xfrm>
          <a:prstGeom prst="line">
            <a:avLst/>
          </a:prstGeom>
          <a:noFill/>
          <a:ln w="12700">
            <a:solidFill>
              <a:srgbClr val="B896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4142232"/>
            <a:ext cx="411480" cy="411480"/>
          </a:xfrm>
          <a:prstGeom prst="ellipse">
            <a:avLst/>
          </a:prstGeom>
          <a:solidFill>
            <a:srgbClr val="B8963C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142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554480" y="41422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74720" y="414223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API is unavailable, curated popular books shown instead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6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&amp; Responsibilities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9202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88720"/>
            <a:ext cx="1920240" cy="45720"/>
          </a:xfrm>
          <a:prstGeom prst="rect">
            <a:avLst/>
          </a:prstGeom>
          <a:solidFill>
            <a:srgbClr val="2D4466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1463040"/>
            <a:ext cx="731520" cy="731520"/>
          </a:xfrm>
          <a:prstGeom prst="ellipse">
            <a:avLst/>
          </a:prstGeom>
          <a:solidFill>
            <a:srgbClr val="2D4466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2331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Adel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6060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UX/UI Designer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9718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Wireframes, Figma prototype, visual design, user flows, responsive layout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51760" y="1188720"/>
            <a:ext cx="19202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51760" y="1188720"/>
            <a:ext cx="1920240" cy="45720"/>
          </a:xfrm>
          <a:prstGeom prst="rect">
            <a:avLst/>
          </a:prstGeom>
          <a:solidFill>
            <a:srgbClr val="6B4C6E"/>
          </a:solidFill>
          <a:ln/>
        </p:spPr>
      </p:sp>
      <p:sp>
        <p:nvSpPr>
          <p:cNvPr id="13" name="Shape 11"/>
          <p:cNvSpPr/>
          <p:nvPr/>
        </p:nvSpPr>
        <p:spPr>
          <a:xfrm>
            <a:off x="3246120" y="1463040"/>
            <a:ext cx="731520" cy="731520"/>
          </a:xfrm>
          <a:prstGeom prst="ellipse">
            <a:avLst/>
          </a:prstGeom>
          <a:solidFill>
            <a:srgbClr val="6B4C6E"/>
          </a:solidFill>
          <a:ln/>
        </p:spPr>
      </p:sp>
      <p:sp>
        <p:nvSpPr>
          <p:cNvPr id="14" name="Text 12"/>
          <p:cNvSpPr/>
          <p:nvPr/>
        </p:nvSpPr>
        <p:spPr>
          <a:xfrm>
            <a:off x="324612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743200" y="2331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Krystal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743200" y="26060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4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Developer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88920" y="29718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components, interactive charts, search interface, rating system, dashboard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00600" y="1188720"/>
            <a:ext cx="19202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1188720"/>
            <a:ext cx="1920240" cy="45720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20" name="Shape 18"/>
          <p:cNvSpPr/>
          <p:nvPr/>
        </p:nvSpPr>
        <p:spPr>
          <a:xfrm>
            <a:off x="5394960" y="1463040"/>
            <a:ext cx="731520" cy="731520"/>
          </a:xfrm>
          <a:prstGeom prst="ellipse">
            <a:avLst/>
          </a:prstGeom>
          <a:solidFill>
            <a:srgbClr val="2E6B4F"/>
          </a:solidFill>
          <a:ln/>
        </p:spPr>
      </p:sp>
      <p:sp>
        <p:nvSpPr>
          <p:cNvPr id="21" name="Text 19"/>
          <p:cNvSpPr/>
          <p:nvPr/>
        </p:nvSpPr>
        <p:spPr>
          <a:xfrm>
            <a:off x="539496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892040" y="2331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Carolyn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892040" y="26060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 Developer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29718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server, RESTful APIs, MongoDB models, CRUD operations, auth middleware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949440" y="1188720"/>
            <a:ext cx="19202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949440" y="1188720"/>
            <a:ext cx="1920240" cy="45720"/>
          </a:xfrm>
          <a:prstGeom prst="rect">
            <a:avLst/>
          </a:prstGeom>
          <a:solidFill>
            <a:srgbClr val="8B5E3C"/>
          </a:solidFill>
          <a:ln/>
        </p:spPr>
      </p:sp>
      <p:sp>
        <p:nvSpPr>
          <p:cNvPr id="27" name="Shape 25"/>
          <p:cNvSpPr/>
          <p:nvPr/>
        </p:nvSpPr>
        <p:spPr>
          <a:xfrm>
            <a:off x="7543800" y="1463040"/>
            <a:ext cx="731520" cy="731520"/>
          </a:xfrm>
          <a:prstGeom prst="ellipse">
            <a:avLst/>
          </a:prstGeom>
          <a:solidFill>
            <a:srgbClr val="8B5E3C"/>
          </a:solidFill>
          <a:ln/>
        </p:spPr>
      </p:sp>
      <p:sp>
        <p:nvSpPr>
          <p:cNvPr id="28" name="Text 26"/>
          <p:cNvSpPr/>
          <p:nvPr/>
        </p:nvSpPr>
        <p:spPr>
          <a:xfrm>
            <a:off x="754380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040880" y="2331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Shirley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040880" y="26060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Data/API Integration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086600" y="29718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Books API, data processing, frontend-backend connection, analytics support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6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Instructor Feedback — Addressed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70432"/>
            <a:ext cx="228600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0972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"Add New Book" below viewport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206240" y="10972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 to hero header on My Shelf — always visible above the fold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1664208"/>
            <a:ext cx="7863840" cy="0"/>
          </a:xfrm>
          <a:prstGeom prst="line">
            <a:avLst/>
          </a:prstGeom>
          <a:noFill/>
          <a:ln w="6350">
            <a:solidFill>
              <a:srgbClr val="E2DED6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92224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171907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"Add New Book" not clickable on My Shelf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206240" y="171907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Prominent CTA button in page hero with direct link to search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40080" y="2286000"/>
            <a:ext cx="7863840" cy="0"/>
          </a:xfrm>
          <a:prstGeom prst="line">
            <a:avLst/>
          </a:prstGeom>
          <a:noFill/>
          <a:ln w="6350">
            <a:solidFill>
              <a:srgbClr val="E2DED6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14016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05840" y="234086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between My Shelf and Dashboard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4206240" y="234086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reordered: Dashboard → My Shelf → Explore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40080" y="2907792"/>
            <a:ext cx="7863840" cy="0"/>
          </a:xfrm>
          <a:prstGeom prst="line">
            <a:avLst/>
          </a:prstGeom>
          <a:noFill/>
          <a:ln w="6350">
            <a:solidFill>
              <a:srgbClr val="E2DED6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035808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05840" y="296265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choice undecided (MongoDB or MySQL)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4206240" y="296265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selected — flexible schema for nested book data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640080" y="3529584"/>
            <a:ext cx="7863840" cy="0"/>
          </a:xfrm>
          <a:prstGeom prst="line">
            <a:avLst/>
          </a:prstGeom>
          <a:noFill/>
          <a:ln w="6350">
            <a:solidFill>
              <a:srgbClr val="E2DED6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657600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05840" y="358444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explanation of live search on client side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4206240" y="358444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Debounced (400ms) client search proxied through Express to Google Books API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40080" y="4151376"/>
            <a:ext cx="7863840" cy="0"/>
          </a:xfrm>
          <a:prstGeom prst="line">
            <a:avLst/>
          </a:prstGeom>
          <a:noFill/>
          <a:ln w="6350">
            <a:solidFill>
              <a:srgbClr val="E2DED6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279392"/>
            <a:ext cx="228600" cy="2286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05840" y="4206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Prototype pages identical</a:t>
            </a:r>
            <a:endParaRPr lang="en-US" sz="1100" dirty="0"/>
          </a:p>
        </p:txBody>
      </p:sp>
      <p:sp>
        <p:nvSpPr>
          <p:cNvPr id="26" name="Text 18"/>
          <p:cNvSpPr/>
          <p:nvPr/>
        </p:nvSpPr>
        <p:spPr>
          <a:xfrm>
            <a:off x="4206240" y="42062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functional prototype built with complete interactivity and API integration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4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6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&amp; POC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920240" cy="1280160"/>
          </a:xfrm>
          <a:prstGeom prst="rect">
            <a:avLst/>
          </a:prstGeom>
          <a:solidFill>
            <a:srgbClr val="2D4466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188720"/>
            <a:ext cx="1920240" cy="36576"/>
          </a:xfrm>
          <a:prstGeom prst="rect">
            <a:avLst/>
          </a:prstGeom>
          <a:solidFill>
            <a:srgbClr val="2D446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Seeded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88920" y="1188720"/>
            <a:ext cx="1920240" cy="1280160"/>
          </a:xfrm>
          <a:prstGeom prst="rect">
            <a:avLst/>
          </a:prstGeom>
          <a:solidFill>
            <a:srgbClr val="B8963C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788920" y="1188720"/>
            <a:ext cx="1920240" cy="36576"/>
          </a:xfrm>
          <a:prstGeom prst="rect">
            <a:avLst/>
          </a:prstGeom>
          <a:solidFill>
            <a:srgbClr val="B8963C"/>
          </a:solidFill>
          <a:ln/>
        </p:spPr>
      </p:sp>
      <p:sp>
        <p:nvSpPr>
          <p:cNvPr id="10" name="Text 8"/>
          <p:cNvSpPr/>
          <p:nvPr/>
        </p:nvSpPr>
        <p:spPr>
          <a:xfrm>
            <a:off x="2788920" y="13258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78892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Reviews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37760" y="1188720"/>
            <a:ext cx="1920240" cy="1280160"/>
          </a:xfrm>
          <a:prstGeom prst="rect">
            <a:avLst/>
          </a:prstGeom>
          <a:solidFill>
            <a:srgbClr val="2E6B4F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937760" y="1188720"/>
            <a:ext cx="1920240" cy="36576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3258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93776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Tags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86600" y="1188720"/>
            <a:ext cx="1920240" cy="1280160"/>
          </a:xfrm>
          <a:prstGeom prst="rect">
            <a:avLst/>
          </a:prstGeom>
          <a:solidFill>
            <a:srgbClr val="8B3A3A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086600" y="1188720"/>
            <a:ext cx="1920240" cy="36576"/>
          </a:xfrm>
          <a:prstGeom prst="rect">
            <a:avLst/>
          </a:prstGeom>
          <a:solidFill>
            <a:srgbClr val="8B3A3A"/>
          </a:solidFill>
          <a:ln/>
        </p:spPr>
      </p:sp>
      <p:sp>
        <p:nvSpPr>
          <p:cNvPr id="18" name="Text 16"/>
          <p:cNvSpPr/>
          <p:nvPr/>
        </p:nvSpPr>
        <p:spPr>
          <a:xfrm>
            <a:off x="7086600" y="13258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708660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28346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Start (3 commands):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3200400"/>
            <a:ext cx="7863840" cy="1280160"/>
          </a:xfrm>
          <a:prstGeom prst="rect">
            <a:avLst/>
          </a:prstGeom>
          <a:solidFill>
            <a:srgbClr val="0E2920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32918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clone &lt;repo&gt; &amp;&amp; cd ShelfLife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AF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npm run install-all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AF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npm run dev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login: adel@shelflife.com / password123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4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63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1887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3200400" y="2743200"/>
            <a:ext cx="2743200" cy="0"/>
          </a:xfrm>
          <a:prstGeom prst="line">
            <a:avLst/>
          </a:prstGeom>
          <a:noFill/>
          <a:ln w="12700">
            <a:solidFill>
              <a:srgbClr val="B8963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Live Demo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3931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ShelfLife — The Digital Archivist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© 2026 All rights reserved.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ShelfLife - The Digital Archivist</dc:title>
  <dc:subject>PptxGenJS Presentation</dc:subject>
  <dc:creator>ShelfLife Team</dc:creator>
  <cp:lastModifiedBy>ShelfLife Team</cp:lastModifiedBy>
  <cp:revision>1</cp:revision>
  <dcterms:created xsi:type="dcterms:W3CDTF">2026-04-12T07:20:33Z</dcterms:created>
  <dcterms:modified xsi:type="dcterms:W3CDTF">2026-04-12T07:20:33Z</dcterms:modified>
</cp:coreProperties>
</file>